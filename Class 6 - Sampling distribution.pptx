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-42" y="-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0556-5125-FC7C-A6A3-2B0195B70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F7B25-B0CC-B1ED-053D-590791A8E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E5A98-2153-16C3-B2B4-3139E3CC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65C8-229E-79CD-D0F8-98AEEA25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F9F39-5749-72FA-198E-55483203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6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34CA-FA90-E7A1-9035-1F5DD36B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D510-0723-CB7A-294E-104ED304E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005FE-3B12-9557-2CA9-5508DD1B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D602-FC25-F9B5-C2EE-AC482125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F1C55-32E4-7587-9FE1-A14CDE5D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9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0A1E-467B-21C8-DFA8-43933D0A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6976B-55B3-3EF7-9BE0-785489BB3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89B8-86F6-B061-80DA-5C954703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DF491-68DF-3C43-4BDC-42FBE42C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9C665-DBAA-A84B-9CB2-9D5EC3FD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2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D842-CFE4-D152-6190-C606A764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F838-85A1-509E-18E7-69418C735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EC7C3-4734-C7A2-541D-F967D0D1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DF967-CAFF-D944-4646-E879FE4D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7929B-6853-44CA-688F-59A6D746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06E66-B0C4-7358-00BA-243C5011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1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B296-0F05-3954-5230-F5EC1F19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090ED-C144-EA82-D9CB-E6E10357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99F4B-E98C-248E-E550-58EE1D31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D8413-ABD7-9AA9-E2EB-6D5433E94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A2AF2-E1F6-C714-5F70-23D46108A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C3FED-91D4-02CB-BD7B-0EFFD0CDD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F5232-9F7C-C8C1-1DF5-47CDF011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F861D-6607-E8FD-5643-FC429804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6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A6B2-E70D-70EA-4091-C29DB43D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BA270-E429-BAB9-A5B7-54915972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3B7CA-0021-448D-6073-6776AC47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AB5E0-D91B-1626-2FC1-6C5D8568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0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94067-186D-471B-E0DA-CE87F804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85DF0-D109-7CB4-0FF7-7A1DE85B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282EC-031E-5105-EA4D-F4E84613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2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FFCA-AB99-DF2B-6DB0-033062D7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A014-B04E-BA97-AC63-8618504E2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C24AE-2EA1-F09F-7322-54E5C5704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FF448-F78A-FE4F-7AAC-3CC28ADF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8C300-206D-D65D-8398-6128894E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A1E13-1759-6528-41A4-EFA5C255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8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A664-BED4-90AD-C959-43FFE69A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1968D-80AF-5B4E-602F-C158C6F78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0A389-AAFF-9A1D-FBB3-E671D5A82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6D495-BEEC-866E-8823-6FF45702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38842-CB7F-640B-2AE2-ABB1871C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0F643-3AE5-1A71-C1EB-51C1F206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9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FFBB-2F75-A5C2-8B7E-53550BEA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695AD-5A60-7A2B-13F9-7C3DE3111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3BF70-5196-C53F-76F9-B1CB3CBF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78E53-6C37-5236-0407-F49E9669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C2D69-65AF-407A-8425-A1FE2292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B9516-B78F-79E2-7139-F59113F0A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B72F-681B-6391-AC4C-4377247A0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FFEB-2F10-151D-6B19-BF400163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05475-A783-7B6D-3FD6-ABD88CDE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2D92-21FC-E22B-14F2-398FB32C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8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DFE53-788F-C176-45C5-6AF7095C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7356A-F0EB-4A6B-21CD-FE76F1E4A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7DCC-61C6-4EFD-0B34-2C6879A0F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F0058-F4CD-41EC-BA55-8C843670722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EEF77-BAC5-5F55-800F-EA6A3E45A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90CE7-368B-77BF-F427-FEB8187DA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E8E1D-6720-4659-8614-573C8FCB1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491D2-B039-B0B0-0F9B-F547B40022A9}"/>
              </a:ext>
            </a:extLst>
          </p:cNvPr>
          <p:cNvSpPr txBox="1"/>
          <p:nvPr/>
        </p:nvSpPr>
        <p:spPr>
          <a:xfrm>
            <a:off x="1434663" y="1229710"/>
            <a:ext cx="1746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Sample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726AFBA-A702-06B3-EB60-BE94ED76AB7C}"/>
              </a:ext>
            </a:extLst>
          </p:cNvPr>
          <p:cNvSpPr/>
          <p:nvPr/>
        </p:nvSpPr>
        <p:spPr>
          <a:xfrm>
            <a:off x="4363841" y="3533633"/>
            <a:ext cx="2569780" cy="677918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A3816-9573-ABE8-866D-AC0F1CC7FE7F}"/>
              </a:ext>
            </a:extLst>
          </p:cNvPr>
          <p:cNvSpPr txBox="1"/>
          <p:nvPr/>
        </p:nvSpPr>
        <p:spPr>
          <a:xfrm>
            <a:off x="4295524" y="1995448"/>
            <a:ext cx="25697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our sample consistently different from random samples?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BDCBBD-CEEA-2BAD-887D-C02111BD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17" y="2230094"/>
            <a:ext cx="3033128" cy="23978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3B3AE6-C206-09AB-2516-1651E497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62" y="2086351"/>
            <a:ext cx="1181048" cy="8871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1A0FCC-F2EC-7629-2963-09FA45C11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110" y="2086351"/>
            <a:ext cx="1193111" cy="887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9257C0-AD4F-9D7A-DD7C-8FCBA5575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221" y="2086351"/>
            <a:ext cx="1181048" cy="8705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5ED6EE-5D00-404F-CAF8-603326F13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379" y="2985406"/>
            <a:ext cx="1185731" cy="8871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3470D2-9F55-7E35-5850-63329173AB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806" y="2997276"/>
            <a:ext cx="1185732" cy="8753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165C6D-15A2-F727-D0E6-F6EEC16753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2855" y="3007077"/>
            <a:ext cx="1185731" cy="8773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92E9D1-C41A-124A-298A-1262013169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3379" y="3894263"/>
            <a:ext cx="1187593" cy="8871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1C4FA9-5FD4-524B-E323-822AB4672E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0972" y="3894263"/>
            <a:ext cx="1182934" cy="8753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5CF0A18-469F-A527-AD13-287AF7007A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2855" y="3894263"/>
            <a:ext cx="1181031" cy="8871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567B498-583B-3631-499E-8BA32EAD623F}"/>
              </a:ext>
            </a:extLst>
          </p:cNvPr>
          <p:cNvSpPr txBox="1"/>
          <p:nvPr/>
        </p:nvSpPr>
        <p:spPr>
          <a:xfrm>
            <a:off x="6641610" y="1246817"/>
            <a:ext cx="4881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Sampling Distribution</a:t>
            </a:r>
          </a:p>
        </p:txBody>
      </p:sp>
    </p:spTree>
    <p:extLst>
      <p:ext uri="{BB962C8B-B14F-4D97-AF65-F5344CB8AC3E}">
        <p14:creationId xmlns:p14="http://schemas.microsoft.com/office/powerpoint/2010/main" val="427437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Wegemer</dc:creator>
  <cp:lastModifiedBy>Chris Wegemer</cp:lastModifiedBy>
  <cp:revision>1</cp:revision>
  <dcterms:created xsi:type="dcterms:W3CDTF">2025-08-21T04:09:53Z</dcterms:created>
  <dcterms:modified xsi:type="dcterms:W3CDTF">2025-08-21T04:17:05Z</dcterms:modified>
</cp:coreProperties>
</file>